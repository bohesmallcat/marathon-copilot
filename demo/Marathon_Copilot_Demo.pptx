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8E3DB-3E8E-4954-84DE-915A7CFCD5FB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07729C-3397-4722-B552-BB8E7F034F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39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7729C-3397-4722-B552-BB8E7F034FE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87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Marathon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Microsoft YaHei"/>
              </a:defRPr>
            </a:pPr>
            <a:r>
              <a:t>你的 AI 马拉松配速教练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0C0"/>
                </a:solidFill>
                <a:latin typeface="Microsoft YaHei"/>
              </a:defRPr>
            </a:pPr>
            <a:r>
              <a:t>用数据帮你做赛前决策 · 盯天气变化 · 精准配速 · 赛后找原因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科学备赛 · 精准配速 · 深度复盘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你有没有遇到过这些问题？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219456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Microsoft YaHei"/>
              </a:defRPr>
            </a:pPr>
            <a:r>
              <a:t>比赛配速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9"/>
              </a:spcAft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"我到底该跑多快？"</a:t>
            </a:r>
            <a:br/>
            <a:r>
              <a:t>赛前纠结半天，结果一出发就跟着大部队冲，后半程崩得怀疑人生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219456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93D"/>
                </a:solidFill>
                <a:latin typeface="Microsoft YaHei"/>
              </a:defRPr>
            </a:pPr>
            <a:r>
              <a:t>天气影响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488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9"/>
              </a:spcAft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"天气预报说 15°C 多云，PB 天气！"</a:t>
            </a:r>
            <a:br/>
            <a:r>
              <a:t>结果到了现场湿度 90%，跑到半程心率就飘了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303520" cy="219456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赛前准备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9"/>
              </a:spcAft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"赛前一周到底该怎么练？怎么吃？"</a:t>
            </a:r>
            <a:br/>
            <a:r>
              <a:t>不敢多练也不敢不练，碳水超补听说过但不知道吃多少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5303520" cy="219456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4160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Microsoft YaHei"/>
              </a:defRPr>
            </a:pPr>
            <a:r>
              <a:t>赛后复盘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7091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9"/>
              </a:spcAft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"跑完就看个总成绩和平均配速"</a:t>
            </a:r>
            <a:br/>
            <a:r>
              <a:t>不知道到底哪里出了问题，下次还是同样的错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覆盖比赛全生命周期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Microsoft YaHei"/>
              </a:defRPr>
            </a:pPr>
            <a:r>
              <a:t>从赛前 30 天到赛后复盘，每个阶段都有对应的 AI 辅助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97480" cy="45720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148840" cy="4114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赛前 D-30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目标设定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VDOT 跑力计算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A/B/C 三档目标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80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PB 达成概率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配速策略选择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3657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0B0C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645920"/>
            <a:ext cx="2697480" cy="45720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11880" y="1920240"/>
            <a:ext cx="2148840" cy="41148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19385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赛前 D-7~D-1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5603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每日简报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天气追踪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886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环境税量化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480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训练计划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074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饮食 &amp; 碳水目标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3657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0B0C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645920"/>
            <a:ext cx="2697480" cy="45720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92240" y="1920240"/>
            <a:ext cx="2148840" cy="41148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19385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比赛日 D-0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5603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执行方案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逐公里配速表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86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心率控制区间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480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补给时间表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74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熔断机制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3688" y="3657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0B0C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1645920"/>
            <a:ext cx="2697480" cy="45720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372600" y="1920240"/>
            <a:ext cx="2148840" cy="4114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72600" y="19385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赛后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5603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深度复盘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分段对比分析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886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掉速根因诊断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4480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四维关联分析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5074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  改进建议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1463040" cy="36576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383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场景一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赛前目标设定 —— "我该跑多快？"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它怎么帮你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▸ 根据 PB 反推跑力值（VDOT）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848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用你最近的比赛成绩，而非训练数据，算出真实跑力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▸ 多场比赛数据交叉验证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449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对比不同比赛的配速策略、掉速率，找出最优跑法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▸ 生成 A / B / C 三档目标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0050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激进冲 PB / 稳健达标 / 保守完赛，不把鸡蛋放一个篮子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▸ PB 达成概率评估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65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综合跑力、训练量、天气、身体状态，给出胜率百分比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▸ GPS 距离修正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9253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手表显示 42.195km 但你实际跑了 42.6km——修正后配速更准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实例：无锡马拉松目标设定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Microsoft YaHei"/>
              </a:defRPr>
            </a:pPr>
            <a:r>
              <a:t>跑者 VDOT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57.4（基于 PB 2:38:52）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Microsoft YaHei"/>
              </a:defRPr>
            </a:pPr>
            <a:r>
              <a:t>A 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Sub 2:36（配速 3'41"/km）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Microsoft YaHei"/>
              </a:defRPr>
            </a:pPr>
            <a:r>
              <a:t>B 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Sub 2:40（配速 3'47"/km）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Microsoft YaHei"/>
              </a:defRPr>
            </a:pPr>
            <a:r>
              <a:t>C 目标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Sub 2:45（配速 3'54"/km）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Microsoft YaHei"/>
              </a:defRPr>
            </a:pPr>
            <a:r>
              <a:t>PB 胜率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61%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Microsoft YaHei"/>
              </a:defRPr>
            </a:pPr>
            <a:r>
              <a:t>配速策略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前慢后快（负分段）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Microsoft YaHei"/>
              </a:defRPr>
            </a:pPr>
            <a:r>
              <a:t>距离修正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303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42.6km（+0.4km）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1463040" cy="36576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383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场景二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天气追踪 &amp; 环境税 —— "天气对我影响多大？"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Microsoft YaHei"/>
              </a:defRPr>
            </a:pPr>
            <a:r>
              <a:t>核心概念：环境税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9"/>
              </a:spcAft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天气会给你的配速"加税"。</a:t>
            </a:r>
          </a:p>
          <a:p>
            <a:pPr>
              <a:spcAft>
                <a:spcPts val="799"/>
              </a:spcAft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同样的心率和体感努力程度，</a:t>
            </a:r>
          </a:p>
          <a:p>
            <a:pPr>
              <a:spcAft>
                <a:spcPts val="799"/>
              </a:spcAft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恶劣天气下你会比理想条件慢 X 秒/公里。</a:t>
            </a:r>
          </a:p>
          <a:p>
            <a:pPr>
              <a:spcAft>
                <a:spcPts val="799"/>
              </a:spcAft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这个 X 就是环境税。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环境税拆解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气温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偏离 10-15°C 最佳区间越远，税越高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749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+3"/km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湿度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251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&gt; 70% 散热困难，心率漂移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2519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+5"/km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风速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754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逆风 &gt; 15km/h 显著影响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7548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+2"/km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79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紫外线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2577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高 UV 加速脱水和体温上升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25779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+3"/km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607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体感温度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7607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综合以上因素的修正值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76071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Microsoft YaHei"/>
              </a:defRPr>
            </a:pPr>
            <a:r>
              <a:t>=总税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097280"/>
            <a:ext cx="5029200" cy="22860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328 苏河半马（D-2 预报）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气温 10°C → 15°C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湿度 69% → 52%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环境税 ≈ 10"/km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971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判定：绿灯，执行原计划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49039"/>
            <a:ext cx="5029200" cy="25603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315 上海半马（实际天气）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世博隧道湿度 &gt; 90%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CO₂ 浓度升高，体感温度 +3~5°C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环境税 ≈ 92"/km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623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结果：目标 1:33 → 实际 1:36:03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6035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判定：红灯，应启动 B 方案降速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1463040" cy="36576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383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场景三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每日训练</a:t>
            </a:r>
            <a:r>
              <a:rPr dirty="0"/>
              <a:t> &amp; </a:t>
            </a:r>
            <a:r>
              <a:rPr dirty="0" err="1"/>
              <a:t>饮食</a:t>
            </a:r>
            <a:r>
              <a:rPr dirty="0"/>
              <a:t> —— "</a:t>
            </a:r>
            <a:r>
              <a:rPr dirty="0" err="1"/>
              <a:t>赛前一周怎么练、怎么吃</a:t>
            </a:r>
            <a:r>
              <a:rPr dirty="0"/>
              <a:t>？"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11880" cy="52120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11880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训练计划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D-7  轻松跑 8km @ 5'30"/km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420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D-6  节奏跑 5km @ 4'40"/km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1810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D-5  轻松跑 6km @ 5'30"/km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9417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D-4  休息日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702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D-3  轻松跑 4km @ 5'30"/km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D-2  抖腿跑 3km @ 5'00"/km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223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D-1  赛前激活 2km + 3×100m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188720"/>
            <a:ext cx="3611880" cy="52120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97680" y="1188720"/>
            <a:ext cx="3611880" cy="54864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123444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饮食计划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D-7 ~ D-4  正常饮食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5420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碳水 5g/kg · 蛋白质 1.5g/kg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1810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D-3  开始糖原超补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69417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碳水 8g/kg（60kg = 480g）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702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D-2  继续超补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碳水 10g/kg（60kg = 600g）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4223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D-1  高碳水 + 低纤维 + 充分补水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188720"/>
            <a:ext cx="3611880" cy="52120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38160" y="1188720"/>
            <a:ext cx="3611880" cy="5486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123444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恢复建议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D-7  泡沫轴全身放松 15min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420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D-6  拉伸 + 冰浴（如有条件）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11810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D-5  轻度按摩 / 散步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69417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D-4  完全休息，睡足 8h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2702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D-3  泡沫轴下肢 10min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D-2  轻度拉伸 + 早睡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4223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D-1  不做任何高强度拉伸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92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所有数值根据跑者体重和 VDOT 自动计算，不同跑者看到的计划不一样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1463040" cy="36576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383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场景四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比赛日执行方案 —— "比赛当天看什么？"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Microsoft YaHei"/>
              </a:defRPr>
            </a:pPr>
            <a:r>
              <a:t>赛前状态速览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572000" cy="146304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HRV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828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Microsoft YaHei"/>
              </a:defRPr>
            </a:pPr>
            <a:r>
              <a:t>71ms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身体状态良好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PB 胜率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240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Microsoft YaHei"/>
              </a:defRPr>
            </a:pPr>
            <a:r>
              <a:t>61%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可以冲但留余量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环境挑战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Microsoft YaHei"/>
              </a:defRPr>
            </a:pPr>
            <a:r>
              <a:t>湿度 91%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需要注意散热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Microsoft YaHei"/>
              </a:defRPr>
            </a:pPr>
            <a:r>
              <a:t>逐段配速表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4572000" cy="2743200"/>
          </a:xfrm>
          <a:prstGeom prst="round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0 ~ 5 km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114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Microsoft YaHei"/>
              </a:defRPr>
            </a:pPr>
            <a:r>
              <a:t>3'45"/km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热身入赛，压住兴奋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6 ~ 10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57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Microsoft YaHei"/>
              </a:defRPr>
            </a:pPr>
            <a:r>
              <a:t>3'42"/km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进入巡航节奏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29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11 ~ 30 km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029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Microsoft YaHei"/>
              </a:defRPr>
            </a:pPr>
            <a:r>
              <a:t>3'40"/km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029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主力巡航段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31 ~ 35 km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486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Microsoft YaHei"/>
              </a:defRPr>
            </a:pPr>
            <a:r>
              <a:t>3'42"/km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486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预留撞墙余量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36 km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943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Microsoft YaHei"/>
              </a:defRPr>
            </a:pPr>
            <a:r>
              <a:t>3'38"/km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943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有余力则提速冲刺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Microsoft YaHei"/>
              </a:defRPr>
            </a:pPr>
            <a:r>
              <a:t>熔断机制：什么时候该降速？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1645920"/>
            <a:ext cx="5486400" cy="20116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⚠  心率 &gt; 170 bpm 持续 3 分钟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F0"/>
                </a:solidFill>
                <a:latin typeface="Microsoft YaHei"/>
              </a:defRPr>
            </a:pPr>
            <a:r>
              <a:t>→ 立即降速至 B 方案配速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⚠  配速偏差 &gt; 8"/km 持续 2km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F0"/>
                </a:solidFill>
                <a:latin typeface="Microsoft YaHei"/>
              </a:defRPr>
            </a:pPr>
            <a:r>
              <a:t>→ 评估体感，考虑切换 B 方案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926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⚠  体感温度 &gt; 28°C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F0"/>
                </a:solidFill>
                <a:latin typeface="Microsoft YaHei"/>
              </a:defRPr>
            </a:pPr>
            <a:r>
              <a:t>→ 主动降速 10-15"/km，增加补水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840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40"/>
              </a:spcAft>
              <a:defRPr sz="1800" b="1">
                <a:solidFill>
                  <a:srgbClr val="FFD93D"/>
                </a:solidFill>
                <a:latin typeface="Microsoft YaHei"/>
              </a:defRPr>
            </a:pPr>
            <a:r>
              <a:t>"熔断不是认输，是科学止损"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补给时间表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0" y="5120640"/>
            <a:ext cx="5486400" cy="15544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F0"/>
                </a:solidFill>
                <a:latin typeface="Microsoft YaHei"/>
              </a:defRPr>
            </a:pPr>
            <a:r>
              <a:t>赛前 30min   能量胶 1 支 + 200ml 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6509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F0"/>
                </a:solidFill>
                <a:latin typeface="Microsoft YaHei"/>
              </a:defRPr>
            </a:pPr>
            <a:r>
              <a:t>每 5km        小口补水 100-150ml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9984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F0"/>
                </a:solidFill>
                <a:latin typeface="Microsoft YaHei"/>
              </a:defRPr>
            </a:pPr>
            <a:r>
              <a:t>10km / 20km   能量胶各 1 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63459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F0"/>
                </a:solidFill>
                <a:latin typeface="Microsoft YaHei"/>
              </a:defRPr>
            </a:pPr>
            <a:r>
              <a:t>30km           最后一支能量胶 + 电解质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20040"/>
            <a:ext cx="1463040" cy="36576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383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场景五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赛后深度复盘 —— "我为什么崩了？"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Microsoft YaHei"/>
              </a:defRPr>
            </a:pPr>
            <a:r>
              <a:t>不只是看成绩，而是找原因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▸ 计划 vs 实际对比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848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逐 5km 分段对比配速、心率、步频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▸ 分段执行力评分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992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哪些段执行完美，哪些段开始崩溃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6B"/>
                </a:solidFill>
                <a:latin typeface="Microsoft YaHei"/>
              </a:defRPr>
            </a:pPr>
            <a:r>
              <a:t>▸ 四维关联分析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136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步幅 × 步频 × 功率 × 配速——找出掉速的生理原因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▸ 根因诊断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280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是补给不足？心率漂移？还是天气太热？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▸ 下场改进建议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7424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针对性的训练和比赛策略调整方案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097280"/>
            <a:ext cx="5029200" cy="53035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实例：无锡马拉松复盘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目标成绩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2:36:42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0848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实际成绩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084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2:45:43（+9'01"）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5694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Microsoft YaHei"/>
              </a:defRPr>
            </a:pPr>
            <a:r>
              <a:t>── 分段执行 ──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9169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0-20km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9169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完美执行，偏差 &lt; 3"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2644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25-30km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264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开始掉速，慢 15"/km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611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35-40km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61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严重掉速，慢 45"/km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096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Microsoft YaHei"/>
              </a:defRPr>
            </a:pPr>
            <a:r>
              <a:t>── 根因诊断 ──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4439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主因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4439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步幅衰减 10.9%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7914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原因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7914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糖原耗尽 + 高湿散热难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2760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Microsoft YaHei"/>
              </a:defRPr>
            </a:pPr>
            <a:r>
              <a:t>── 改进建议 ──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623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配速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623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前 20km 再保守 3-5"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9710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补给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5971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30km 前增加一次补胶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背后的科学原理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Microsoft YaHei"/>
              </a:defRPr>
            </a:pPr>
            <a:r>
              <a:t>每个数字都有运动生理学依据，不是拍脑袋给建议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27632"/>
            <a:ext cx="137160" cy="13716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Microsoft YaHei"/>
              </a:defRPr>
            </a:pPr>
            <a:r>
              <a:t>VDOT 跑力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554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Jack Daniels 公式，全球最主流的跑力评估体系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40864"/>
            <a:ext cx="137160" cy="13716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2677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Microsoft YaHei"/>
              </a:defRPr>
            </a:pPr>
            <a:r>
              <a:t>环境修正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677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温度 / 湿度 / 风速对配速影响的量化模型，个性化修正（身高体重）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54096"/>
            <a:ext cx="137160" cy="13716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9809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Microsoft YaHei"/>
              </a:defRPr>
            </a:pPr>
            <a:r>
              <a:t>HRV 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98094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心率变异性 → 自主神经系统恢复度 → 比赛日竞技状态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67328"/>
            <a:ext cx="137160" cy="13716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6941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93D"/>
                </a:solidFill>
                <a:latin typeface="Microsoft YaHei"/>
              </a:defRPr>
            </a:pPr>
            <a:r>
              <a:t>PB 概率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69417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多因子加权：跑力 × 训练量 × 环境 × 身体状态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80560"/>
            <a:ext cx="137160" cy="13716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407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Microsoft YaHei"/>
              </a:defRPr>
            </a:pPr>
            <a:r>
              <a:t>配速策略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4074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均匀配速 / 负分段 / 保守策略三种方案，匹配不同能力和目标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193792"/>
            <a:ext cx="137160" cy="13716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6B"/>
                </a:solidFill>
                <a:latin typeface="Microsoft YaHei"/>
              </a:defRPr>
            </a:pPr>
            <a:r>
              <a:t>营养计算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基于体重的碳水/蛋白质/脂肪目标，赛前糖原超补递增模型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907024"/>
            <a:ext cx="137160" cy="13716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5833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Microsoft YaHei"/>
              </a:defRPr>
            </a:pPr>
            <a:r>
              <a:t>训练配速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8338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VDOT → Easy / Marathon / Threshold / Interval 各档配速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怎么开始用？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方式一：微信小程序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1.  打开小程序，创建跑者档案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4203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填写身高、体重、PB 成绩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8094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2.  选择目标比赛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2841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 自动生成配速方案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67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3.  每日查看训练 &amp; 饮食计划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赛前 7 天开始推送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537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4.  赛后上传数据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90118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自动生成复盘报告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Microsoft YaHei"/>
              </a:defRPr>
            </a:pPr>
            <a:r>
              <a:t>方式二：发给我，帮你生成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03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目前小程序还在迭代中，</a:t>
            </a:r>
          </a:p>
          <a:p>
            <a:pPr>
              <a:spcAft>
                <a:spcPts val="650"/>
              </a:spcAft>
              <a:defRPr sz="1500" b="0">
                <a:solidFill>
                  <a:srgbClr val="E0E0F0"/>
                </a:solidFill>
                <a:latin typeface="Microsoft YaHei"/>
              </a:defRPr>
            </a:pPr>
            <a:r>
              <a:t>你可以把数据发给我，我帮你出方案。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需要你提供：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▸  身高 / 体重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计算环境税和营养目标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▸  历史 PB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977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最好有最近 2-3 场比赛数据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▸  目标比赛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名称、日期、距离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▸  手表数据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导出分段配速 + 心率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▸  HRV 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可选，有则更准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免费 · 开源 · 你的数据不会上传到任何第三方服务器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Marathon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Microsoft YaHei"/>
              </a:defRPr>
            </a:pPr>
            <a:r>
              <a:t>你的下一场 PB，从科学备赛开始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科学备赛 · 精准配速 · 深度复盘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915</Words>
  <Application>Microsoft Office PowerPoint</Application>
  <PresentationFormat>Widescreen</PresentationFormat>
  <Paragraphs>253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等线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Chen, Danna</cp:lastModifiedBy>
  <cp:revision>3</cp:revision>
  <dcterms:created xsi:type="dcterms:W3CDTF">2013-01-27T09:14:16Z</dcterms:created>
  <dcterms:modified xsi:type="dcterms:W3CDTF">2026-03-31T06:15:25Z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bd41d9-d1d6-4f41-bf46-97f0241fcca2_Enabled">
    <vt:lpwstr>true</vt:lpwstr>
  </property>
  <property fmtid="{D5CDD505-2E9C-101B-9397-08002B2CF9AE}" pid="3" name="MSIP_Label_a7bd41d9-d1d6-4f41-bf46-97f0241fcca2_SetDate">
    <vt:lpwstr>2026-03-31T03:17:29Z</vt:lpwstr>
  </property>
  <property fmtid="{D5CDD505-2E9C-101B-9397-08002B2CF9AE}" pid="4" name="MSIP_Label_a7bd41d9-d1d6-4f41-bf46-97f0241fcca2_Method">
    <vt:lpwstr>Privileged</vt:lpwstr>
  </property>
  <property fmtid="{D5CDD505-2E9C-101B-9397-08002B2CF9AE}" pid="5" name="MSIP_Label_a7bd41d9-d1d6-4f41-bf46-97f0241fcca2_Name">
    <vt:lpwstr>No Visual Label</vt:lpwstr>
  </property>
  <property fmtid="{D5CDD505-2E9C-101B-9397-08002B2CF9AE}" pid="6" name="MSIP_Label_a7bd41d9-d1d6-4f41-bf46-97f0241fcca2_SiteId">
    <vt:lpwstr>945c199a-83a2-4e80-9f8c-5a91be5752dd</vt:lpwstr>
  </property>
  <property fmtid="{D5CDD505-2E9C-101B-9397-08002B2CF9AE}" pid="7" name="MSIP_Label_a7bd41d9-d1d6-4f41-bf46-97f0241fcca2_ActionId">
    <vt:lpwstr>1b8b3e0b-c0f4-4af4-b117-7c2ea13be86b</vt:lpwstr>
  </property>
  <property fmtid="{D5CDD505-2E9C-101B-9397-08002B2CF9AE}" pid="8" name="MSIP_Label_a7bd41d9-d1d6-4f41-bf46-97f0241fcca2_ContentBits">
    <vt:lpwstr>0</vt:lpwstr>
  </property>
  <property fmtid="{D5CDD505-2E9C-101B-9397-08002B2CF9AE}" pid="9" name="MSIP_Label_a7bd41d9-d1d6-4f41-bf46-97f0241fcca2_Tag">
    <vt:lpwstr>10, 0, 1, 1</vt:lpwstr>
  </property>
</Properties>
</file>